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Inter" panose="020B0604020202020204" charset="0"/>
      <p:regular r:id="rId17"/>
    </p:embeddedFont>
    <p:embeddedFont>
      <p:font typeface="Inter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1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0051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0250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Advanced Tic Tac Toe Game Using Java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701082"/>
            <a:ext cx="4722763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Console-Based Application · Object-Oriented Programming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by: </a:t>
            </a:r>
            <a:r>
              <a:rPr lang="en-US" sz="11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[Student Name]</a:t>
            </a: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 |  Faculty: </a:t>
            </a:r>
            <a:r>
              <a:rPr lang="en-US" sz="11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[Faculty Name]</a:t>
            </a: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 |  [College Name]</a:t>
            </a:r>
            <a:endParaRPr lang="en-US" sz="1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A86E15-F265-7DEA-7DD8-DF5736A964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6892" y="4733237"/>
            <a:ext cx="1667108" cy="3810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99939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About the Project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355527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fully functional </a:t>
            </a:r>
            <a:r>
              <a:rPr lang="en-US" sz="11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two-player Tic Tac Toe game</a:t>
            </a: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built in Java using Object-Oriented Programming principles. Players interact through the console, and the system automatically validates inputs, detects winners, and identifies draw conditions.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422252"/>
            <a:ext cx="2290465" cy="1053182"/>
          </a:xfrm>
          <a:prstGeom prst="roundRect">
            <a:avLst>
              <a:gd name="adj" fmla="val 5654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2640" y="256877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🎮</a:t>
            </a: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Two Players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2640" y="2875285"/>
            <a:ext cx="1997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Alternate turns via console input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928342" y="2422252"/>
            <a:ext cx="2290539" cy="1053182"/>
          </a:xfrm>
          <a:prstGeom prst="roundRect">
            <a:avLst>
              <a:gd name="adj" fmla="val 5654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74863" y="256877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✅</a:t>
            </a: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Auto-Validation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074863" y="2875285"/>
            <a:ext cx="19974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Checks moves and win conditions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6119" y="3617193"/>
            <a:ext cx="4722763" cy="826368"/>
          </a:xfrm>
          <a:prstGeom prst="roundRect">
            <a:avLst>
              <a:gd name="adj" fmla="val 7205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2640" y="376371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🏗️</a:t>
            </a: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Modular Design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42640" y="4070226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Reusable, well-structured OOP code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605" y="322362"/>
            <a:ext cx="3514130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Objectives of the Project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056605" y="787152"/>
            <a:ext cx="7030715" cy="611312"/>
          </a:xfrm>
          <a:prstGeom prst="roundRect">
            <a:avLst>
              <a:gd name="adj" fmla="val 7001"/>
            </a:avLst>
          </a:prstGeom>
          <a:solidFill>
            <a:srgbClr val="272525"/>
          </a:solidFill>
          <a:ln w="14288">
            <a:solidFill>
              <a:srgbClr val="2A19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0893" y="801439"/>
            <a:ext cx="407566" cy="582737"/>
          </a:xfrm>
          <a:prstGeom prst="roundRect">
            <a:avLst>
              <a:gd name="adj" fmla="val 6294"/>
            </a:avLst>
          </a:prstGeom>
          <a:solidFill>
            <a:srgbClr val="110080"/>
          </a:solidFill>
          <a:ln/>
        </p:spPr>
      </p:sp>
      <p:sp>
        <p:nvSpPr>
          <p:cNvPr id="5" name="Text 3"/>
          <p:cNvSpPr/>
          <p:nvPr/>
        </p:nvSpPr>
        <p:spPr>
          <a:xfrm>
            <a:off x="1195908" y="997297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51682" y="903312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Two-Player Game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51682" y="1106463"/>
            <a:ext cx="6419478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 complete interactive game where two players compete through console input.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56605" y="1471687"/>
            <a:ext cx="7030715" cy="611312"/>
          </a:xfrm>
          <a:prstGeom prst="roundRect">
            <a:avLst>
              <a:gd name="adj" fmla="val 7001"/>
            </a:avLst>
          </a:prstGeom>
          <a:solidFill>
            <a:srgbClr val="272525"/>
          </a:solidFill>
          <a:ln w="14288">
            <a:solidFill>
              <a:srgbClr val="2A19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0893" y="1485974"/>
            <a:ext cx="407566" cy="582737"/>
          </a:xfrm>
          <a:prstGeom prst="roundRect">
            <a:avLst>
              <a:gd name="adj" fmla="val 6294"/>
            </a:avLst>
          </a:prstGeom>
          <a:solidFill>
            <a:srgbClr val="110080"/>
          </a:solidFill>
          <a:ln/>
        </p:spPr>
      </p:sp>
      <p:sp>
        <p:nvSpPr>
          <p:cNvPr id="10" name="Text 8"/>
          <p:cNvSpPr/>
          <p:nvPr/>
        </p:nvSpPr>
        <p:spPr>
          <a:xfrm>
            <a:off x="1195908" y="1681832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51682" y="1587847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OOP Concepts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51682" y="1790998"/>
            <a:ext cx="6419478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encapsulation, abstraction, and class-based design using Java.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056605" y="2156222"/>
            <a:ext cx="7030715" cy="611312"/>
          </a:xfrm>
          <a:prstGeom prst="roundRect">
            <a:avLst>
              <a:gd name="adj" fmla="val 7001"/>
            </a:avLst>
          </a:prstGeom>
          <a:solidFill>
            <a:srgbClr val="272525"/>
          </a:solidFill>
          <a:ln w="14288">
            <a:solidFill>
              <a:srgbClr val="2A19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70893" y="2170509"/>
            <a:ext cx="407566" cy="582737"/>
          </a:xfrm>
          <a:prstGeom prst="roundRect">
            <a:avLst>
              <a:gd name="adj" fmla="val 6294"/>
            </a:avLst>
          </a:prstGeom>
          <a:solidFill>
            <a:srgbClr val="110080"/>
          </a:solidFill>
          <a:ln/>
        </p:spPr>
      </p:sp>
      <p:sp>
        <p:nvSpPr>
          <p:cNvPr id="15" name="Text 13"/>
          <p:cNvSpPr/>
          <p:nvPr/>
        </p:nvSpPr>
        <p:spPr>
          <a:xfrm>
            <a:off x="1195908" y="2366367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51682" y="2272382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Input Validation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51682" y="2475533"/>
            <a:ext cx="6419478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 all user inputs are safe, valid, and handled gracefully.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56605" y="2840757"/>
            <a:ext cx="7030715" cy="611312"/>
          </a:xfrm>
          <a:prstGeom prst="roundRect">
            <a:avLst>
              <a:gd name="adj" fmla="val 7001"/>
            </a:avLst>
          </a:prstGeom>
          <a:solidFill>
            <a:srgbClr val="272525"/>
          </a:solidFill>
          <a:ln w="14288">
            <a:solidFill>
              <a:srgbClr val="2A19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0893" y="2855044"/>
            <a:ext cx="407566" cy="582737"/>
          </a:xfrm>
          <a:prstGeom prst="roundRect">
            <a:avLst>
              <a:gd name="adj" fmla="val 6294"/>
            </a:avLst>
          </a:prstGeom>
          <a:solidFill>
            <a:srgbClr val="110080"/>
          </a:solidFill>
          <a:ln/>
        </p:spPr>
      </p:sp>
      <p:sp>
        <p:nvSpPr>
          <p:cNvPr id="20" name="Text 18"/>
          <p:cNvSpPr/>
          <p:nvPr/>
        </p:nvSpPr>
        <p:spPr>
          <a:xfrm>
            <a:off x="1195908" y="3050902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51682" y="2956917"/>
            <a:ext cx="1348532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Win &amp; Draw Detection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551682" y="3160068"/>
            <a:ext cx="6419478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Automatically detect winning combinations and draw conditions.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056605" y="3525292"/>
            <a:ext cx="7030715" cy="611312"/>
          </a:xfrm>
          <a:prstGeom prst="roundRect">
            <a:avLst>
              <a:gd name="adj" fmla="val 7001"/>
            </a:avLst>
          </a:prstGeom>
          <a:solidFill>
            <a:srgbClr val="272525"/>
          </a:solidFill>
          <a:ln w="14288">
            <a:solidFill>
              <a:srgbClr val="2A199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70893" y="3539579"/>
            <a:ext cx="407566" cy="582737"/>
          </a:xfrm>
          <a:prstGeom prst="roundRect">
            <a:avLst>
              <a:gd name="adj" fmla="val 6294"/>
            </a:avLst>
          </a:prstGeom>
          <a:solidFill>
            <a:srgbClr val="110080"/>
          </a:solidFill>
          <a:ln/>
        </p:spPr>
      </p:sp>
      <p:sp>
        <p:nvSpPr>
          <p:cNvPr id="25" name="Text 23"/>
          <p:cNvSpPr/>
          <p:nvPr/>
        </p:nvSpPr>
        <p:spPr>
          <a:xfrm>
            <a:off x="1195908" y="3735437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51682" y="3641452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Java Proficiency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551682" y="3844603"/>
            <a:ext cx="6419478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Strengthen core Java skills through real-world application development.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056605" y="4209827"/>
            <a:ext cx="7030715" cy="611312"/>
          </a:xfrm>
          <a:prstGeom prst="roundRect">
            <a:avLst>
              <a:gd name="adj" fmla="val 7001"/>
            </a:avLst>
          </a:prstGeom>
          <a:solidFill>
            <a:srgbClr val="272525"/>
          </a:solidFill>
          <a:ln w="14288">
            <a:solidFill>
              <a:srgbClr val="2A199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70893" y="4224114"/>
            <a:ext cx="407566" cy="582737"/>
          </a:xfrm>
          <a:prstGeom prst="roundRect">
            <a:avLst>
              <a:gd name="adj" fmla="val 6294"/>
            </a:avLst>
          </a:prstGeom>
          <a:solidFill>
            <a:srgbClr val="110080"/>
          </a:solidFill>
          <a:ln/>
        </p:spPr>
      </p:sp>
      <p:sp>
        <p:nvSpPr>
          <p:cNvPr id="30" name="Text 28"/>
          <p:cNvSpPr/>
          <p:nvPr/>
        </p:nvSpPr>
        <p:spPr>
          <a:xfrm>
            <a:off x="1195908" y="4419972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551682" y="4325987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Modular Code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551682" y="4529138"/>
            <a:ext cx="6419478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clean, reusable, and maintainable code across separate classes.</a:t>
            </a:r>
            <a:endParaRPr lang="en-US" sz="8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4D631E3-3C69-BB76-3C97-E4654C3DD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1280" y="4825347"/>
            <a:ext cx="1442720" cy="3297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502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Technologies Used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501527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0330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Java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339578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language for game logic, OOP structure, and console I/O handling.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501527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0553" y="20330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Maven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660553" y="2339578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automation and dependency management for clean project structure.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076724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360826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JUnit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96119" y="3914775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testing framework to validate game logic and edge cases reliably.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3076724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60553" y="360826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IntelliJ IDEA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660553" y="3914775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 IDE for Java development, debugging, and code refactoring.</a:t>
            </a:r>
            <a:endParaRPr lang="en-US" sz="11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FB652CA-0B7E-1F2D-A0A7-08AEC3CD1E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6892" y="4762447"/>
            <a:ext cx="1667108" cy="38105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3716834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Objects &amp; Classes Used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14503" y="1770236"/>
            <a:ext cx="196512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Class Responsibilities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4714503" y="2036713"/>
            <a:ext cx="3759622" cy="11316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</a:t>
            </a:r>
            <a:r>
              <a:rPr lang="en-US" sz="8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Launches the application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Board</a:t>
            </a:r>
            <a:r>
              <a:rPr lang="en-US" sz="8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Stores and updates the grid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Player</a:t>
            </a:r>
            <a:r>
              <a:rPr lang="en-US" sz="8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Manages player identity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GameService</a:t>
            </a:r>
            <a:r>
              <a:rPr lang="en-US" sz="8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Orchestrates game flow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ConsoleUI</a:t>
            </a:r>
            <a:r>
              <a:rPr lang="en-US" sz="8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Reads input, prints output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GameServiceTest</a:t>
            </a:r>
            <a:r>
              <a:rPr lang="en-US" sz="8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Validates logic via JUnit</a:t>
            </a:r>
            <a:endParaRPr lang="en-US" sz="850" dirty="0"/>
          </a:p>
        </p:txBody>
      </p:sp>
      <p:sp>
        <p:nvSpPr>
          <p:cNvPr id="7" name="Shape 3"/>
          <p:cNvSpPr/>
          <p:nvPr/>
        </p:nvSpPr>
        <p:spPr>
          <a:xfrm>
            <a:off x="4714503" y="3269531"/>
            <a:ext cx="3759622" cy="580355"/>
          </a:xfrm>
          <a:prstGeom prst="roundRect">
            <a:avLst>
              <a:gd name="adj" fmla="val 8176"/>
            </a:avLst>
          </a:prstGeom>
          <a:solidFill>
            <a:srgbClr val="022349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7463" y="3430860"/>
            <a:ext cx="141163" cy="11296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081587" y="3387700"/>
            <a:ext cx="327957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class has a single responsibility, following the </a:t>
            </a: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Responsibility Principle</a:t>
            </a: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OOP.</a:t>
            </a:r>
            <a:endParaRPr lang="en-US" sz="8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F7AECAA-FB9C-3A16-5F0E-CD2CA59BF0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6892" y="4762447"/>
            <a:ext cx="1667108" cy="3810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1321"/>
            <a:ext cx="507779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Working of the Application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407" y="1177826"/>
            <a:ext cx="6339185" cy="29012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7761" y="3390124"/>
            <a:ext cx="14187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Finalize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27856" y="3390124"/>
            <a:ext cx="1418743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Update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036102" y="3390124"/>
            <a:ext cx="14187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Input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511741" y="3390124"/>
            <a:ext cx="14187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Initialize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23855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game loop runs until a winner is found or the board is full. Each phase is encapsulated in its own class method, ensuring clean separation of concerns and easy testability.</a:t>
            </a:r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98174A5-7B7D-2FF8-C05A-1DCAB92F3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6503" y="4692179"/>
            <a:ext cx="1667108" cy="3810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029" y="305619"/>
            <a:ext cx="3325490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Sample Console Output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33029" y="757238"/>
            <a:ext cx="7335069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Below is a live session showing player registration, board display, move input, and winner announcement.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1133029" y="971848"/>
            <a:ext cx="6877869" cy="3866034"/>
          </a:xfrm>
          <a:prstGeom prst="roundRect">
            <a:avLst>
              <a:gd name="adj" fmla="val 1083"/>
            </a:avLst>
          </a:prstGeom>
          <a:solidFill>
            <a:srgbClr val="343232"/>
          </a:solidFill>
          <a:ln/>
        </p:spPr>
      </p:sp>
      <p:sp>
        <p:nvSpPr>
          <p:cNvPr id="5" name="Shape 3"/>
          <p:cNvSpPr/>
          <p:nvPr/>
        </p:nvSpPr>
        <p:spPr>
          <a:xfrm>
            <a:off x="1128117" y="971848"/>
            <a:ext cx="6887691" cy="3866034"/>
          </a:xfrm>
          <a:prstGeom prst="roundRect">
            <a:avLst>
              <a:gd name="adj" fmla="val 387"/>
            </a:avLst>
          </a:prstGeom>
          <a:solidFill>
            <a:srgbClr val="343232"/>
          </a:solidFill>
          <a:ln/>
        </p:spPr>
      </p:sp>
      <p:sp>
        <p:nvSpPr>
          <p:cNvPr id="6" name="Text 4"/>
          <p:cNvSpPr/>
          <p:nvPr/>
        </p:nvSpPr>
        <p:spPr>
          <a:xfrm>
            <a:off x="1252686" y="1071488"/>
            <a:ext cx="6638553" cy="3666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79C0F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
 TIC TAC TOE GAME
====================================
Enter Player 1 Name: Vinay
Enter Player 2 Name: Rahul
 | |
--+---+--
 | |
--+---+--
 | |
Current Player: Vinay
Enter Row: 0
Enter Column: 0
X | |
--+---+--
 | |
--+---+--
 | |
... (game continues) ...
Winner is: Vinay
</a:t>
            </a:r>
            <a:endParaRPr lang="en-US" sz="7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97178C-8F2B-061F-2496-5FF4D45A9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6892" y="4837882"/>
            <a:ext cx="1667108" cy="2814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132" y="386358"/>
            <a:ext cx="3882256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Features of the Project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4132" y="990972"/>
            <a:ext cx="4083621" cy="1183035"/>
          </a:xfrm>
          <a:prstGeom prst="roundRect">
            <a:avLst>
              <a:gd name="adj" fmla="val 4404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2868" y="1119708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2B0A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5187" y="1221953"/>
            <a:ext cx="167432" cy="1674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2868" y="1600274"/>
            <a:ext cx="166397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Two-Player Gameplay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62868" y="1859235"/>
            <a:ext cx="382614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 turn-based competition through console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626248" y="990972"/>
            <a:ext cx="4083621" cy="1183035"/>
          </a:xfrm>
          <a:prstGeom prst="roundRect">
            <a:avLst>
              <a:gd name="adj" fmla="val 4404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54984" y="1119708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2B0A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57304" y="1221953"/>
            <a:ext cx="167432" cy="1674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4984" y="160027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Winner Detection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754984" y="1859235"/>
            <a:ext cx="382614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Checks all rows, columns, and diagonals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34132" y="2282503"/>
            <a:ext cx="4083621" cy="1183035"/>
          </a:xfrm>
          <a:prstGeom prst="roundRect">
            <a:avLst>
              <a:gd name="adj" fmla="val 4404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62868" y="2411239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2B0AF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5187" y="2513484"/>
            <a:ext cx="167432" cy="1674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62868" y="289180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Draw Detection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62868" y="3150766"/>
            <a:ext cx="382614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Identifies when the board is full with no winner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626248" y="2282503"/>
            <a:ext cx="4083621" cy="1183035"/>
          </a:xfrm>
          <a:prstGeom prst="roundRect">
            <a:avLst>
              <a:gd name="adj" fmla="val 4404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754984" y="2411239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2B0AF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57304" y="2513484"/>
            <a:ext cx="167432" cy="1674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54984" y="289180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Input Validation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754984" y="3150766"/>
            <a:ext cx="382614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Prevents invalid or duplicate moves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434132" y="3574033"/>
            <a:ext cx="4083621" cy="1183035"/>
          </a:xfrm>
          <a:prstGeom prst="roundRect">
            <a:avLst>
              <a:gd name="adj" fmla="val 4404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62868" y="3702769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2B0AFF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5187" y="3805014"/>
            <a:ext cx="167432" cy="1674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62868" y="418333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Console Interface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562868" y="4442296"/>
            <a:ext cx="382614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Clean, text-based UI for all interactions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4626248" y="3574033"/>
            <a:ext cx="4083621" cy="1183035"/>
          </a:xfrm>
          <a:prstGeom prst="roundRect">
            <a:avLst>
              <a:gd name="adj" fmla="val 4404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754984" y="3702769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2B0AFF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57304" y="3805014"/>
            <a:ext cx="167432" cy="16743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754984" y="4183335"/>
            <a:ext cx="15690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Modular OOP Design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4754984" y="4442296"/>
            <a:ext cx="382614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 classes for UI, logic, and data</a:t>
            </a:r>
            <a:endParaRPr lang="en-US" sz="95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05DCFA2-31FF-A0E4-DF8D-AA997648DEF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96046" y="4757068"/>
            <a:ext cx="1667108" cy="38105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87128"/>
            <a:ext cx="673343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Advantages &amp; Future Enhancements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842715"/>
            <a:ext cx="4107135" cy="2113657"/>
          </a:xfrm>
          <a:prstGeom prst="roundRect">
            <a:avLst>
              <a:gd name="adj" fmla="val 4829"/>
            </a:avLst>
          </a:prstGeom>
          <a:solidFill>
            <a:srgbClr val="2B0AFF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1984474"/>
            <a:ext cx="246905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✅</a:t>
            </a: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Current Advantages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347689"/>
            <a:ext cx="3823618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Beginner-friendly and easy to understand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Clean, reusable code structure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Demonstrates core Java OOP concepts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testable with JUnit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external dependencies required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1984474"/>
            <a:ext cx="2609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🚀</a:t>
            </a: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Future Enhancements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2347689"/>
            <a:ext cx="3902943" cy="1559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 Version</a:t>
            </a: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JavaFX or Swing interface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Opponent</a:t>
            </a: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Minimax algorithm for single-player mode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Multiplayer Support</a:t>
            </a: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Network-based play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Tracking</a:t>
            </a: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Persistent win/loss records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Integration</a:t>
            </a: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Store player stats with JDBC</a:t>
            </a:r>
            <a:endParaRPr lang="en-US" sz="11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BE0748-EA67-02EA-6C1B-E634A7F1F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6892" y="4704476"/>
            <a:ext cx="1667108" cy="38105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22970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078557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successfully demonstrates </a:t>
            </a:r>
            <a:r>
              <a:rPr lang="en-US" sz="11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programming proficiency</a:t>
            </a: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game logic implementation, and </a:t>
            </a:r>
            <a:r>
              <a:rPr lang="en-US" sz="1100" b="1" dirty="0">
                <a:solidFill>
                  <a:srgbClr val="2B0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Object-Oriented Design principles</a:t>
            </a: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a clean, modular, and testable application. It serves as a strong foundation for more advanced Java projects.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2145283"/>
            <a:ext cx="4722763" cy="1643211"/>
          </a:xfrm>
          <a:prstGeom prst="roundRect">
            <a:avLst>
              <a:gd name="adj" fmla="val 3624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929881" y="2150046"/>
            <a:ext cx="2356619" cy="816843"/>
          </a:xfrm>
          <a:prstGeom prst="roundRect">
            <a:avLst>
              <a:gd name="adj" fmla="val 7289"/>
            </a:avLst>
          </a:prstGeom>
          <a:solidFill>
            <a:srgbClr val="110080"/>
          </a:solidFill>
          <a:ln/>
        </p:spPr>
      </p:sp>
      <p:sp>
        <p:nvSpPr>
          <p:cNvPr id="7" name="Text 4"/>
          <p:cNvSpPr/>
          <p:nvPr/>
        </p:nvSpPr>
        <p:spPr>
          <a:xfrm>
            <a:off x="4071640" y="229180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Java Mastery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071640" y="2598316"/>
            <a:ext cx="20731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OOP, classes, and logic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86500" y="2150046"/>
            <a:ext cx="2356619" cy="816843"/>
          </a:xfrm>
          <a:prstGeom prst="rect">
            <a:avLst/>
          </a:prstGeom>
          <a:solidFill>
            <a:srgbClr val="110080"/>
          </a:solidFill>
          <a:ln/>
        </p:spPr>
      </p:sp>
      <p:sp>
        <p:nvSpPr>
          <p:cNvPr id="10" name="Shape 7"/>
          <p:cNvSpPr/>
          <p:nvPr/>
        </p:nvSpPr>
        <p:spPr>
          <a:xfrm>
            <a:off x="6286500" y="2150046"/>
            <a:ext cx="19050" cy="816843"/>
          </a:xfrm>
          <a:prstGeom prst="roundRect">
            <a:avLst>
              <a:gd name="adj" fmla="val 312558"/>
            </a:avLst>
          </a:prstGeom>
          <a:solidFill>
            <a:srgbClr val="2A1999"/>
          </a:solidFill>
          <a:ln/>
        </p:spPr>
      </p:sp>
      <p:sp>
        <p:nvSpPr>
          <p:cNvPr id="11" name="Text 8"/>
          <p:cNvSpPr/>
          <p:nvPr/>
        </p:nvSpPr>
        <p:spPr>
          <a:xfrm>
            <a:off x="6428259" y="229180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Clean Architecture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28259" y="2598316"/>
            <a:ext cx="20731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 &amp; testable code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929881" y="2966889"/>
            <a:ext cx="4713238" cy="816843"/>
          </a:xfrm>
          <a:prstGeom prst="rect">
            <a:avLst/>
          </a:prstGeom>
          <a:solidFill>
            <a:srgbClr val="110080"/>
          </a:solidFill>
          <a:ln/>
        </p:spPr>
      </p:sp>
      <p:sp>
        <p:nvSpPr>
          <p:cNvPr id="14" name="Shape 11"/>
          <p:cNvSpPr/>
          <p:nvPr/>
        </p:nvSpPr>
        <p:spPr>
          <a:xfrm>
            <a:off x="3929881" y="2966889"/>
            <a:ext cx="4713238" cy="19050"/>
          </a:xfrm>
          <a:prstGeom prst="roundRect">
            <a:avLst>
              <a:gd name="adj" fmla="val 312558"/>
            </a:avLst>
          </a:prstGeom>
          <a:solidFill>
            <a:srgbClr val="2A1999"/>
          </a:solidFill>
          <a:ln/>
        </p:spPr>
      </p:sp>
      <p:sp>
        <p:nvSpPr>
          <p:cNvPr id="15" name="Text 12"/>
          <p:cNvSpPr/>
          <p:nvPr/>
        </p:nvSpPr>
        <p:spPr>
          <a:xfrm>
            <a:off x="4071640" y="310864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Game Development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071640" y="3415159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interactive application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137720" y="4107433"/>
            <a:ext cx="451016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 for your attention — </a:t>
            </a:r>
            <a:r>
              <a:rPr lang="en-US" sz="11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&amp; Answers</a:t>
            </a: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are welcome!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925119" y="3947964"/>
            <a:ext cx="19050" cy="772567"/>
          </a:xfrm>
          <a:prstGeom prst="rect">
            <a:avLst/>
          </a:prstGeom>
          <a:solidFill>
            <a:srgbClr val="2B0AFF"/>
          </a:solidFill>
          <a:ln/>
        </p:spPr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7C920A8-9E8D-8AB2-5940-C554737764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6892" y="4689473"/>
            <a:ext cx="1667108" cy="3810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659</Words>
  <Application>Microsoft Office PowerPoint</Application>
  <PresentationFormat>On-screen Show (16:9)</PresentationFormat>
  <Paragraphs>102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Inter Bold</vt:lpstr>
      <vt:lpstr>Arial</vt:lpstr>
      <vt:lpstr>Consolas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durgasaiprasad tunga</cp:lastModifiedBy>
  <cp:revision>2</cp:revision>
  <dcterms:created xsi:type="dcterms:W3CDTF">2026-05-27T07:43:54Z</dcterms:created>
  <dcterms:modified xsi:type="dcterms:W3CDTF">2026-05-29T07:32:27Z</dcterms:modified>
</cp:coreProperties>
</file>